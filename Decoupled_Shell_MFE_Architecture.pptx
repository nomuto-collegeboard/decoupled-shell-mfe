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Decoupling Shell &amp; MFEs from React Runtime and Router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Enabling Independent React Upgrades Across Micro Frontends</a:t>
            </a:r>
          </a:p>
          <a:p/>
          <a:p>
            <a:r>
              <a:t>Architecture Strategy | Implementation Plan | POC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Shell and MFEs tightly coupled to shared React runtime</a:t>
            </a:r>
          </a:p>
          <a:p>
            <a:r>
              <a:t>- Router shared across boundaries</a:t>
            </a:r>
          </a:p>
          <a:p>
            <a:r>
              <a:t>- Upgrading React requires coordinated releases</a:t>
            </a:r>
          </a:p>
          <a:p>
            <a:r>
              <a:t>- High regression risk and slow modernization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Architecture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Framework-agnostic integration contract</a:t>
            </a:r>
          </a:p>
          <a:p>
            <a:r>
              <a:t>- Router isolation per MFE</a:t>
            </a:r>
          </a:p>
          <a:p>
            <a:r>
              <a:t>- Independent React versioning</a:t>
            </a:r>
          </a:p>
          <a:p>
            <a:r>
              <a:t>- Clear service injection boundary</a:t>
            </a:r>
          </a:p>
          <a:p>
            <a:r>
              <a:t>- Backward-compatible migration path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Architectural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a Stable MFE Contract:</a:t>
            </a:r>
          </a:p>
          <a:p/>
          <a:p>
            <a:r>
              <a:t>export interface MicroFrontend {</a:t>
            </a:r>
          </a:p>
          <a:p>
            <a:r>
              <a:t>  mount(el, { services, navigation }): void</a:t>
            </a:r>
          </a:p>
          <a:p>
            <a:r>
              <a:t>  unmount(): void</a:t>
            </a:r>
          </a:p>
          <a:p>
            <a:r>
              <a:t>}</a:t>
            </a:r>
          </a:p>
          <a:p/>
          <a:p>
            <a:r>
              <a:t>No direct router imports.</a:t>
            </a:r>
          </a:p>
          <a:p>
            <a:r>
              <a:t>No shared React context assumptions.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Shell owns top-level URL</a:t>
            </a:r>
          </a:p>
          <a:p>
            <a:r>
              <a:t>- Each MFE uses MemoryRouter internally</a:t>
            </a:r>
          </a:p>
          <a:p>
            <a:r>
              <a:t>- Navigation adapter synchronizes state</a:t>
            </a:r>
          </a:p>
          <a:p>
            <a:r>
              <a:t>- Deep links supported via shell mapping</a:t>
            </a:r>
          </a:p>
          <a:p>
            <a:r>
              <a:t>- Back/forward sync via listener bridge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 Runtime Strategy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Option A: Shared React (singleton, strict semver)</a:t>
            </a:r>
          </a:p>
          <a:p>
            <a:r>
              <a:t>Option B: Each MFE bundles its own React</a:t>
            </a:r>
          </a:p>
          <a:p>
            <a:r>
              <a:t>Option C: Hybrid migration model</a:t>
            </a:r>
          </a:p>
          <a:p/>
          <a:p>
            <a:r>
              <a:t>Recommendation: Bundle per MFE during migration.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Define MFE contract</a:t>
            </a:r>
          </a:p>
          <a:p>
            <a:r>
              <a:t>2. Introduce navigation adapter</a:t>
            </a:r>
          </a:p>
          <a:p>
            <a:r>
              <a:t>3. Inject shared services (auth, config, telemetry)</a:t>
            </a:r>
          </a:p>
          <a:p>
            <a:r>
              <a:t>4. Remove router coupling</a:t>
            </a:r>
          </a:p>
          <a:p>
            <a:r>
              <a:t>5. Validate version skew between MFEs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Proof of Concept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Shell on React 18</a:t>
            </a:r>
          </a:p>
          <a:p>
            <a:r>
              <a:t>- MFE A on React 17</a:t>
            </a:r>
          </a:p>
          <a:p>
            <a:r>
              <a:t>- MFE B on React 18</a:t>
            </a:r>
          </a:p>
          <a:p>
            <a:r>
              <a:t>- MFE C on React 19 (experimental)</a:t>
            </a:r>
          </a:p>
          <a:p>
            <a:r>
              <a:t>- Validate isolation &amp; navigation sync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Upgrade Independence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Upgrade one MFE React version only</a:t>
            </a:r>
          </a:p>
          <a:p>
            <a:r>
              <a:t>- No changes required in shell</a:t>
            </a:r>
          </a:p>
          <a:p>
            <a:r>
              <a:t>- No changes required in other MFEs</a:t>
            </a:r>
          </a:p>
          <a:p>
            <a:r>
              <a:t>- Contract tests validate compatibility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Duplicate React bundle size → mitigate via caching</a:t>
            </a:r>
          </a:p>
          <a:p>
            <a:r>
              <a:t>- Navigation edge cases → contract tests</a:t>
            </a:r>
          </a:p>
          <a:p>
            <a:r>
              <a:t>- Shared dependency drift → version policy</a:t>
            </a:r>
          </a:p>
          <a:p>
            <a:r>
              <a:t>- Dev complexity → documentation &amp; templates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Introduce adapter layer</a:t>
            </a:r>
          </a:p>
          <a:p>
            <a:r>
              <a:t>Phase 2: Convert one pilot MFE</a:t>
            </a:r>
          </a:p>
          <a:p>
            <a:r>
              <a:t>Phase 3: Validate version skew</a:t>
            </a:r>
          </a:p>
          <a:p>
            <a:r>
              <a:t>Phase 4: Roll out to remaining MFEs</a:t>
            </a:r>
          </a:p>
          <a:p>
            <a:r>
              <a:t>Phase 5: Deprecate shared runtime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Decoupling enables:</a:t>
            </a:r>
          </a:p>
          <a:p>
            <a:r>
              <a:t>- Faster React upgrades</a:t>
            </a:r>
          </a:p>
          <a:p>
            <a:r>
              <a:t>- Reduced cross-team coordination</a:t>
            </a:r>
          </a:p>
          <a:p>
            <a:r>
              <a:t>- Lower regression risk</a:t>
            </a:r>
          </a:p>
          <a:p>
            <a:r>
              <a:t>- Long-term framework flexibility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